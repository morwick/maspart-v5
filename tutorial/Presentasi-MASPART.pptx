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92927" y="150876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12B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033111"/>
                </a:solidFill>
              </a:rPr>
              <a:t>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2B34A"/>
                </a:solidFill>
                <a:latin typeface="Segoe UI"/>
              </a:rPr>
              <a:t>COMMAND CENTER · maspart.tech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6324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E8EFE9"/>
                </a:solidFill>
                <a:latin typeface="Segoe UI"/>
              </a:rPr>
              <a:t>MASPART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E8EFE9"/>
                </a:solidFill>
                <a:latin typeface="Segoe UI"/>
              </a:rPr>
              <a:t>Panduan Penggunaan Aplikasi Spare Part Truck &amp; Alat Berat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3A6"/>
                </a:solidFill>
                <a:latin typeface="Segoe UI"/>
              </a:rPr>
              <a:t>Cari part · Stok &amp; harga live · Asisten AI per-nomor rangka · Diagnosa kode error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APA YANG BISA DILAKUKAN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Satu aplikasi, semua kebutuhan part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14"/>
          </a:solidFill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EFE9"/>
                </a:solidFill>
                <a:latin typeface="Segoe UI"/>
              </a:rPr>
              <a:t>🔎  Cari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Cari via nomor atau nama part. Stok &amp; harga langsung dari Accurate.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0020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14"/>
          </a:solidFill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EFE9"/>
                </a:solidFill>
                <a:latin typeface="Segoe UI"/>
              </a:rPr>
              <a:t>📷  Cari by Foto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Foto part fisik → sistem mencari part mirip beserta stok &amp; harga.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0020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14"/>
          </a:solidFill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82880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EFE9"/>
                </a:solidFill>
                <a:latin typeface="Segoe UI"/>
              </a:rPr>
              <a:t>🤖  Asisten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46888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Tanya bahasa biasa — stok, harga, BOM per-VIN, gambar teknis, diagnosa.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14"/>
          </a:solidFill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EFE9"/>
                </a:solidFill>
                <a:latin typeface="Segoe UI"/>
              </a:rPr>
              <a:t>🧩  Cocok di 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Masukkan nomor rangka → cek langsung ke EPC apakah part cocok.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02336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14"/>
          </a:solidFill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519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EFE9"/>
                </a:solidFill>
                <a:latin typeface="Segoe UI"/>
              </a:rPr>
              <a:t>🛒  Belanja &amp; Pesan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9204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Etalase e-commerce, ongkir otomatis, bayar online (Midtrans).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14"/>
          </a:solidFill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42519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EFE9"/>
                </a:solidFill>
                <a:latin typeface="Segoe UI"/>
              </a:rPr>
              <a:t>📦  Katalog 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89204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Unduh BOM/katalog bergambar per-unit langsung dari chat.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HALAMAN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Beranda — pintu masuk semua fitur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24151"/>
            <a:ext cx="7424640" cy="4232657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3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3151"/>
            <a:ext cx="7406640" cy="4214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Setelah login, staf melihat sapaan &amp; pintasan menu.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Klik </a:t>
            </a:r>
            <a:r>
              <a:rPr sz="1500" b="1">
                <a:solidFill>
                  <a:srgbClr val="12B34A"/>
                </a:solidFill>
                <a:latin typeface="Segoe UI"/>
              </a:rPr>
              <a:t>Tanya Asisten</a:t>
            </a:r>
            <a:r>
              <a:rPr sz="1500" b="0">
                <a:solidFill>
                  <a:srgbClr val="E8EFE9"/>
                </a:solidFill>
                <a:latin typeface="Segoe UI"/>
              </a:rPr>
              <a:t> untuk bertanya bahasa biasa, atau </a:t>
            </a:r>
            <a:r>
              <a:rPr sz="1500" b="1">
                <a:solidFill>
                  <a:srgbClr val="12B34A"/>
                </a:solidFill>
                <a:latin typeface="Segoe UI"/>
              </a:rPr>
              <a:t>Cari Part</a:t>
            </a:r>
            <a:r>
              <a:rPr sz="1500" b="0">
                <a:solidFill>
                  <a:srgbClr val="E8EFE9"/>
                </a:solidFill>
                <a:latin typeface="Segoe UI"/>
              </a:rPr>
              <a:t> untuk pencarian klasik.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Indikator EPC live = koneksi ke katalog resmi Sinotruk aktif.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CARI PART · NOMOR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Ketik nomor part → stok &amp; harga tiap unit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15614"/>
            <a:ext cx="7424640" cy="4249731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3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24614"/>
            <a:ext cx="7406640" cy="4231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Masukkan nomor part; sistem menampilkan tiap unit yang memakainya, stok, dan harga.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PN “pemaaf”: dengan atau tanpa akhiran varian (mis. /2) dianggap part yang SAMA.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297680"/>
            <a:ext cx="2249424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300">
                <a:solidFill>
                  <a:srgbClr val="BFF3CF"/>
                </a:solidFill>
                <a:latin typeface="Consolas"/>
              </a:rPr>
              <a:t>080V01510-0280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DETAIL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Foto, stok per gudang, spesifikasi resmi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28579"/>
            <a:ext cx="7424640" cy="422380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3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579"/>
            <a:ext cx="7406640" cy="4205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Foto resmi (SIMS), stok total &amp; per gudang (Accurate), harga.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Spesifikasi: berat kirim, dimensi, kemasan minimum — plus semua unit yang memakainya.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CARI PART · NAMA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Tak tahu nomornya? Cari pakai nama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02518"/>
            <a:ext cx="7424640" cy="4275923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34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1518"/>
            <a:ext cx="7406640" cy="42579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Ketik nama part (Inggris). Sistem menampilkan kandidat + nomor part, unit, stok, harga.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297680"/>
            <a:ext cx="1481328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300">
                <a:solidFill>
                  <a:srgbClr val="BFF3CF"/>
                </a:solidFill>
                <a:latin typeface="Consolas"/>
              </a:rPr>
              <a:t>injector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CARI BY FOTO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Foto part fisik → temukan yang mirip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20035"/>
            <a:ext cx="7424640" cy="424089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3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29035"/>
            <a:ext cx="7406640" cy="4222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Ambil/unggah foto part. Sistem (DINOv2 + 36 ribu foto) menampilkan part paling mirip.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Lengkap dengan persen kemiripan, stok, dan harga.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AKUN PEMBELI · DETAIL 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“Cocok di unit saya?” &amp; kemasan minimum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2162760"/>
            <a:ext cx="7424640" cy="335544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003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1760"/>
            <a:ext cx="7406640" cy="333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Pembeli melihat foto, kemasan minimum (mis. per-4), dan daftar unit yang cocok.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Fitur “Cocok di unit saya?”: masukkan nomor rangka → verifikasi langsung ke EPC.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ASISTEN AI · BINTANG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Cek part per-nomor rangka (PERSIS per-VIN)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08954"/>
            <a:ext cx="7424640" cy="426305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3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7954"/>
            <a:ext cx="7406640" cy="42450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Asisten membedah depan vs belakang, memberi PN persis, stok, harga, bahkan PN pengganti.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Semua dari katalog EPC pabrik untuk unit itu.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297680"/>
            <a:ext cx="3401568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300">
                <a:solidFill>
                  <a:srgbClr val="BFF3CF"/>
                </a:solidFill>
                <a:latin typeface="Consolas"/>
              </a:rPr>
              <a:t>cek kampas rem sj346500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ASISTEN AI · GAMBAR TEKNIS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Minta gambar exploded view + nomor balon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24151"/>
            <a:ext cx="7424640" cy="4232657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37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3151"/>
            <a:ext cx="7406640" cy="4214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Asisten menampilkan gambar exploded view resmi EPC &amp; menyorot nomor balon part.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Memastikan teknisi memasang komponen yang benar.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297680"/>
            <a:ext cx="3529584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300">
                <a:solidFill>
                  <a:srgbClr val="BFF3CF"/>
                </a:solidFill>
                <a:latin typeface="Consolas"/>
              </a:rPr>
              <a:t>berikan gambar teknisnya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ASISTEN AI · PENGGANTI / INTERCHANGE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“Nomor ini diganti nomor berapa?”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16567"/>
            <a:ext cx="7424640" cy="424782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41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25567"/>
            <a:ext cx="7406640" cy="42298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Asisten menunjukkan rantai pengganti resmi (supersession) dari EPC.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PN lama mana yang digantikan, mana yang masih berlaku, plus stoknya.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297680"/>
            <a:ext cx="4937760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300">
                <a:solidFill>
                  <a:srgbClr val="BFF3CF"/>
                </a:solidFill>
                <a:latin typeface="Consolas"/>
              </a:rPr>
              <a:t>cek interchange part AZ992316001223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ASISTEN AI · DIAGNOSA KERUSAKAN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Kode error &amp; keluhan → penyebab + perbaikan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21629"/>
            <a:ext cx="7424640" cy="4237701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4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0629"/>
            <a:ext cx="7406640" cy="42197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Menggabungkan kamus DTC lokal dengan asisten perbaikan resmi Sinotruk.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Arti kode, lampu MIL/SVS, penyebab, langkah pemeriksaan. Bisa juga dari gejala.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297680"/>
            <a:ext cx="3785616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300">
                <a:solidFill>
                  <a:srgbClr val="BFF3CF"/>
                </a:solidFill>
                <a:latin typeface="Consolas"/>
              </a:rPr>
              <a:t>kode eror SPN 520252 FMI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ASISTEN AI · KATALOG &amp;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Unduh katalog / BOM langsung dari 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713074"/>
            <a:ext cx="7424640" cy="4254811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4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22074"/>
            <a:ext cx="7406640" cy="42368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Asisten menyiapkan file Excel lengkap (figure + nomor balon) sebagai kartu unduh.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Untuk staf tanpa izin harga, kolom harga otomatis disembunyikan.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297680"/>
            <a:ext cx="5193792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300">
                <a:solidFill>
                  <a:srgbClr val="BFF3CF"/>
                </a:solidFill>
                <a:latin typeface="Consolas"/>
              </a:rPr>
              <a:t>download katalog kabin excel SJ346500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YANG PALING PENTING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Contoh pertanyaan untuk Asisten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B34A"/>
                </a:solidFill>
                <a:latin typeface="Segoe UI"/>
              </a:rPr>
              <a:t>Stok &amp; Harga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38528"/>
            <a:ext cx="4553712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cek stok filter oli WG9725190102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40864"/>
            <a:ext cx="3017520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harga injector NX360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449824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kampas rem yang ready di gudang Jakarta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B34A"/>
                </a:solidFill>
                <a:latin typeface="Segoe UI"/>
              </a:rPr>
              <a:t>Part per Nomor Rangka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38528"/>
            <a:ext cx="2889504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kampas rem sj346500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40864"/>
            <a:ext cx="5705856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filter solar untuk unit LZZPBXSF5NJ248278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43200"/>
            <a:ext cx="5321808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part apa saja di kategori rem unit 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B34A"/>
                </a:solidFill>
                <a:latin typeface="Segoe UI"/>
              </a:rPr>
              <a:t>Pengganti / Interchange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84448"/>
            <a:ext cx="4937760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cek interchange part AZ992316001223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86784"/>
            <a:ext cx="4425696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PN pengganti untuk WG9925160220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3657600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nomor ini diganti berapa?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20040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B34A"/>
                </a:solidFill>
                <a:latin typeface="Segoe UI"/>
              </a:rPr>
              <a:t>Diagnosa Kerusakan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84448"/>
            <a:ext cx="3785616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kode eror SPN 520252 FMI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86784"/>
            <a:ext cx="2377440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arti kode P0645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389120"/>
            <a:ext cx="5065776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truk howo RPM terkunci 1500, kenapa?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B34A"/>
                </a:solidFill>
                <a:latin typeface="Segoe UI"/>
              </a:rPr>
              <a:t>Katalog &amp; Excel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30368"/>
            <a:ext cx="5193792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download katalog kabin excel SJ346500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32704"/>
            <a:ext cx="7114032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buatkan excel BOM lengkap unit LZZ... + stok &amp; harga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035040"/>
            <a:ext cx="5577840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excel semua filter yang ready di Jakarta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8463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B34A"/>
                </a:solidFill>
                <a:latin typeface="Segoe UI"/>
              </a:rPr>
              <a:t>Lainnya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5230368"/>
            <a:ext cx="5193792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bandingkan part rem NX360 vs HOWO-380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632704"/>
            <a:ext cx="4681728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ada berapa unit NX360 di populasi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6035040"/>
            <a:ext cx="5065776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200">
                <a:solidFill>
                  <a:srgbClr val="BFF3CF"/>
                </a:solidFill>
                <a:latin typeface="Consolas"/>
              </a:rPr>
              <a:t>pesanan yang belum diproses hari ini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6263640"/>
            <a:ext cx="10972800" cy="457200"/>
          </a:xfrm>
          <a:prstGeom prst="roundRect">
            <a:avLst>
              <a:gd name="adj" fmla="val 6000"/>
            </a:avLst>
          </a:prstGeom>
          <a:solidFill>
            <a:srgbClr val="2A230F"/>
          </a:solidFill>
          <a:ln w="12700">
            <a:solidFill>
              <a:srgbClr val="574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093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0DCA2"/>
                </a:solidFill>
                <a:latin typeface="Segoe UI"/>
              </a:rPr>
              <a:t>💡 Tips: sebutkan nomor rangka (VIN) untuk jawaban paling akurat — asisten cek langsung ke katalog EPC unit itu.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2B34A"/>
                </a:solidFill>
                <a:latin typeface="Segoe UI"/>
              </a:rPr>
              <a:t>PASANG DI HP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FE9"/>
                </a:solidFill>
                <a:latin typeface="Segoe UI"/>
              </a:rPr>
              <a:t>Aplikasi Android — maspart.tech/download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080" y="1676821"/>
            <a:ext cx="7424640" cy="4327317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2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13 1647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5821"/>
            <a:ext cx="7406640" cy="4309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3291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EFE9"/>
                </a:solidFill>
                <a:latin typeface="Segoe UI"/>
              </a:rPr>
              <a:t>Buka maspart.tech/download di HP → Unduh APK → izinkan sumber tak dikenal → Pasang.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FB3A6"/>
                </a:solidFill>
                <a:latin typeface="Segoe UI"/>
              </a:rPr>
              <a:t>Masuk dengan akun Anda. Web tetap bisa diakses dari browser mana pun.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MASPART — Panduan Penggunaan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FB3A6"/>
                </a:solidFill>
                <a:latin typeface="Sego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92927" y="123444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12B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033111"/>
                </a:solidFill>
              </a:rPr>
              <a:t>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E8EFE9"/>
                </a:solidFill>
                <a:latin typeface="Segoe UI"/>
              </a:rPr>
              <a:t>Mulai dari satu pertanyaan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383280"/>
            <a:ext cx="76169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8EFE9"/>
                </a:solidFill>
                <a:latin typeface="Segoe UI"/>
              </a:rPr>
              <a:t>Buka Asisten AI, ketik bahasa sehari-hari — sebut nama part, kode error, atau nomor rangka. Jawaban akurat dari data live, bukan tebakan.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95063" y="4480560"/>
            <a:ext cx="3401568" cy="310896"/>
          </a:xfrm>
          <a:prstGeom prst="roundRect">
            <a:avLst>
              <a:gd name="adj" fmla="val 6000"/>
            </a:avLst>
          </a:prstGeom>
          <a:solidFill>
            <a:srgbClr val="0F2A19"/>
          </a:solidFill>
          <a:ln w="12700">
            <a:solidFill>
              <a:srgbClr val="1E5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/>
            <a:r>
              <a:rPr sz="1600">
                <a:solidFill>
                  <a:srgbClr val="BFF3CF"/>
                </a:solidFill>
                <a:latin typeface="Consolas"/>
              </a:rPr>
              <a:t>cek kampas rem sj346500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FB3A6"/>
                </a:solidFill>
                <a:latin typeface="Segoe UI"/>
              </a:rPr>
              <a:t>MASPART · maspart.tech · Command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